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661FE-BDE6-430C-B8A4-F186266D3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1B2344-4C27-4CA5-A26F-1475D49AC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34F08F-7D75-4FBC-B02F-430E7DC5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B95AC7-1003-41DF-92D1-7E212C41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6AAB2-D122-4BD2-AA8C-8437C292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3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07638-C37E-4415-B264-9E1FDF52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BA2A76-96F1-4421-A9F8-9F21550EF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B2CB2A-2BC0-4055-924F-1F06B9CB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4F32CB-3ACB-46D5-81BF-512E697E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88D2DE-BDB8-4C38-BCD2-F981F7D2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29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4FC77-6F75-4538-A15F-71F3A885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95EEBB-1F60-423E-866C-9BD5922D8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11B8E-7968-48C2-A2B0-B0DCD252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FB2534-CBCA-4CB6-8327-49A12470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F25E29-7080-4220-BFD2-A97DF9C5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96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6FAFD-D4FA-4E67-ADBD-9E46C1BC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1AA7E-532B-44AB-A85F-169C2AC2C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8F6C9A-F576-4D1A-A0A1-859B80F1D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66B3C7-59B0-4307-BA25-55F7FA23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902FDA-4BEE-49E1-9FE8-6A9659F8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9419A3-6A2D-4CD7-9D2A-D8BF30B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5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744B9-4525-43EA-8487-F7496610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DC931C-CCB7-4FF4-BC07-6B0807AE2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2886F9-1327-4FE1-823A-11A5D7439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71D29F-497F-4E77-9E57-8171AF3EF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762620-821A-4022-AF21-3376F7926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EF0920-C2EC-4943-A111-1059E42E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F4DF52-8076-4509-BCAC-5D0660FF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085084-068E-4807-8DE3-E13DA253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36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CC139-6F0F-4C37-AAC0-DB38FE8C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54BE5D-C3FB-4BBD-A70E-0FCEE8CB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EBB5A6-B453-4D3D-97C9-DBDB3648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09A01-253B-46AA-BCFC-AF308584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52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6F1ABE-7A75-4573-9ACD-904ED470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53773A-D3B9-44ED-86CC-8F77DBC6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35B7C7-1DB5-4003-A4A4-57817B7A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7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CFAFF-31BA-466D-B706-C8F2AD10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E2A7E-2867-4083-AB08-BC5D852D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EF2C4D-D01C-4543-847F-396C9454E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9A1A34-241E-4DB0-9E8F-F90AF180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281A34-EC98-4624-AB9D-A7E873C2F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B50594-F4C1-4AE8-9B6E-3EE5A61C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60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3FF05-3F72-45BD-BB9B-5A801A24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AEAB87-B678-43E5-8834-93F812250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D89C72-E72B-4F35-BC16-781F068F3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B050E7-A792-45EC-9826-E000D4B7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FBB7EF-CF21-4411-A2EE-1F0E80FA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9EAA93-63A2-4C1E-AB63-8DB0A554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24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DE209-583E-48CA-99A3-55456954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2AB55E-AF26-4A82-A94E-BAF5C5348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019B7F-AF4E-4BB3-A233-FBA9FAEE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7A1F5-13D6-481B-AB35-8AC68F3B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88F9EB-D2E6-4265-BE00-D9359BD5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26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410F81-528C-4F79-A014-68835F7AA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C07541-3355-4F2A-82E3-2B625980D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415518-3454-4E92-8B62-D38CF1EF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2CD68-702C-4FE5-B3FF-27A3C436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3E3316-3393-47DE-916F-9775D15F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62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871AB-5DD1-4C8E-B0C9-25573656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F5FF6C-A555-410C-9887-8A1F6FBA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1B00DF-07E6-4038-B58B-630235A2A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0595D-792A-4486-B217-C785BFC79505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DAC189-FA0E-4901-88EC-6165B51FC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722F80-FF4B-4AAE-BD1E-1815AEA87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E4712-1F43-4936-A5C2-0273E9012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02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5CA89-8C4C-48F2-8F9D-181A6D46A2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Cafeteria Line Manager Simulation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81448F-8545-4899-AB2C-CB1821910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Queue Management Using Efficient Structures </a:t>
            </a:r>
          </a:p>
          <a:p>
            <a:pPr algn="ctr"/>
            <a:r>
              <a:rPr lang="en-US" sz="1800" kern="1400" spc="-50" dirty="0">
                <a:solidFill>
                  <a:srgbClr val="4472C4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COMFCI25/ </a:t>
            </a:r>
            <a:r>
              <a:rPr lang="en-US" sz="1800" kern="1400" spc="-50" dirty="0" err="1">
                <a:solidFill>
                  <a:srgbClr val="4472C4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Askerova</a:t>
            </a:r>
            <a:r>
              <a:rPr lang="en-US" sz="1800" kern="1400" spc="-50" dirty="0">
                <a:solidFill>
                  <a:srgbClr val="4472C4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Diana / 250142028</a:t>
            </a:r>
            <a:endParaRPr lang="ru-RU" sz="18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 — Cafeteria Line Manager (Queue with    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ArrayDeque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74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09B01-9ACC-4FC9-A2A5-6D3CD9AC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Problem Statement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13BF28-5026-4E95-A6E2-ACFFB32E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 a busy cafeteria, people arrive at different times and form a line to be served. Some customers may have VIP priority and should be placed at the front of the queue.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The goal of this project is to simulate a cafeteria queue system that: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Manages normal and VIP arrivals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Serves customers in the correct order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Tracks waiting time statistics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Simulates time using a logical clock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The system must handle multiple commands such as: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ARRIVE, VIP_ARRIVE, SERVE, LEAVE, PEEK, SIZE, PRINT, TICK, STATS.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6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95231-C74D-4394-AFE2-355C653A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5075"/>
          </a:xfrm>
        </p:spPr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Chosen Data Structures</a:t>
            </a:r>
            <a:br>
              <a:rPr lang="en-US" sz="32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Two main data structures were used to implement the system.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39602-CFC5-4DA9-8860-6609E78CA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ArrayDeque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Used to represent the queue of customers.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Advantages: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Fast insertion at the front or back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Efficient removal from the front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Ideal for FIFO queue behavior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Operations used: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addLast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 — normal arrival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addFirst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 — VIP arrival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removeFirst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 — serve next person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•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peekFirst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 — check next person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HashMap&lt;String, Integer&gt;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Used to store arrival time of each person.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Key: customer name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Value: logical arrival time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This allows the program to quickly calculate waiting time when the person is served.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54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EAA944E1-548B-43E8-B743-6F9371E81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660742"/>
              </p:ext>
            </p:extLst>
          </p:nvPr>
        </p:nvGraphicFramePr>
        <p:xfrm>
          <a:off x="838200" y="1531620"/>
          <a:ext cx="10515597" cy="3676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0576894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733404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0482595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operation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method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complexity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818935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Normal arrival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addLast</a:t>
                      </a:r>
                      <a:r>
                        <a:rPr lang="en-US" dirty="0"/>
                        <a:t> 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610071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VIP arrival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addFirst</a:t>
                      </a:r>
                      <a:r>
                        <a:rPr lang="en-US" dirty="0"/>
                        <a:t> 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258324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Serve next person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removeFirst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37454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Peek next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peekFirst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16172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Remove person by 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removeFirstOccurrence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926556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Lookup arrival time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HashMap get()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average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1828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r>
                        <a:rPr lang="en-US" dirty="0"/>
                        <a:t>Store arrival time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HashMap put()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average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929680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8BA5704-92BF-4BAB-AB65-D6CE6A9F6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27742"/>
            <a:ext cx="49039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br>
              <a:rPr kumimoji="0" lang="en-US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4E164C6-8F19-4D71-A4C2-19729C9269C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1" y="-161807"/>
            <a:ext cx="3439903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operations are </a:t>
            </a:r>
            <a:r>
              <a:rPr kumimoji="0" lang="ru-RU" altLang="ru-R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 time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makes the system efficient even with many customers.</a:t>
            </a:r>
          </a:p>
        </p:txBody>
      </p:sp>
    </p:spTree>
    <p:extLst>
      <p:ext uri="{BB962C8B-B14F-4D97-AF65-F5344CB8AC3E}">
        <p14:creationId xmlns:p14="http://schemas.microsoft.com/office/powerpoint/2010/main" val="214949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>
            <a:extLst>
              <a:ext uri="{FF2B5EF4-FFF2-40B4-BE49-F238E27FC236}">
                <a16:creationId xmlns:a16="http://schemas.microsoft.com/office/drawing/2014/main" id="{BA57EF15-F6C5-4E80-BDE6-1799C4D640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6607" r="12784" b="-1440"/>
          <a:stretch/>
        </p:blipFill>
        <p:spPr>
          <a:xfrm>
            <a:off x="838200" y="1825625"/>
            <a:ext cx="4519186" cy="4754852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D4B1DF5-683C-4C9B-BAA8-3E3C15187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89297"/>
            <a:ext cx="451918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DD02F20-A5A6-419B-9DDE-DD5EB12F14D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1891352"/>
            <a:ext cx="484632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VIP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96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A316F-697E-463C-8FD9-0596CFB8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Key Takeaways</a:t>
            </a:r>
            <a:endParaRPr lang="ru-RU" sz="48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62003F-7E71-474D-B956-33C2EFE2F5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7839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ArrayDeque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HashMap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lookup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Time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lang="en-US" altLang="ru-RU" sz="2000" dirty="0"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148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C6D0D-B51F-4EB2-9A46-517D3461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ru-RU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BF58F0-5E0F-4974-A025-97EA5CA5A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81"/>
            <a:ext cx="10515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Cafeteria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 Manager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structures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hcould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lengthandles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improvements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graphical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96279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543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Тема Office</vt:lpstr>
      <vt:lpstr>Cafeteria Line Manager Simulation</vt:lpstr>
      <vt:lpstr>Problem Statement </vt:lpstr>
      <vt:lpstr>Chosen Data Structures Two main data structures were used to implement the system.</vt:lpstr>
      <vt:lpstr>Complexity Summary </vt:lpstr>
      <vt:lpstr>Demo (Console Example)  Example program interaction:</vt:lpstr>
      <vt:lpstr>Key Takeaways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Cafeteria Line Manager Simulation</dc:title>
  <dc:creator>Asus</dc:creator>
  <cp:lastModifiedBy>Asus</cp:lastModifiedBy>
  <cp:revision>7</cp:revision>
  <dcterms:created xsi:type="dcterms:W3CDTF">2026-03-08T14:55:26Z</dcterms:created>
  <dcterms:modified xsi:type="dcterms:W3CDTF">2026-03-08T16:13:01Z</dcterms:modified>
</cp:coreProperties>
</file>